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F2247-95A5-483F-9959-DCBD032A127B}" v="17" dt="2026-07-22T01:31:30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7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風間 洋介" userId="a9b98ff0-f5fa-4bb4-8594-ce54d338978c" providerId="ADAL" clId="{54E13F58-F74D-4EDD-93E2-5D6766F3A879}"/>
    <pc:docChg chg="undo custSel addSld delSld modSld modMainMaster">
      <pc:chgData name="風間 洋介" userId="a9b98ff0-f5fa-4bb4-8594-ce54d338978c" providerId="ADAL" clId="{54E13F58-F74D-4EDD-93E2-5D6766F3A879}" dt="2026-07-22T08:01:25.883" v="169" actId="14100"/>
      <pc:docMkLst>
        <pc:docMk/>
      </pc:docMkLst>
      <pc:sldChg chg="delSp modSp del mod">
        <pc:chgData name="風間 洋介" userId="a9b98ff0-f5fa-4bb4-8594-ce54d338978c" providerId="ADAL" clId="{54E13F58-F74D-4EDD-93E2-5D6766F3A879}" dt="2026-07-22T01:32:19.666" v="161" actId="47"/>
        <pc:sldMkLst>
          <pc:docMk/>
          <pc:sldMk cId="3996586025" sldId="256"/>
        </pc:sldMkLst>
        <pc:picChg chg="del mod">
          <ac:chgData name="風間 洋介" userId="a9b98ff0-f5fa-4bb4-8594-ce54d338978c" providerId="ADAL" clId="{54E13F58-F74D-4EDD-93E2-5D6766F3A879}" dt="2026-07-22T01:32:05.921" v="159" actId="478"/>
          <ac:picMkLst>
            <pc:docMk/>
            <pc:sldMk cId="3996586025" sldId="256"/>
            <ac:picMk id="7" creationId="{E159E374-68A2-4619-3842-4D6D69B07745}"/>
          </ac:picMkLst>
        </pc:picChg>
      </pc:sldChg>
      <pc:sldChg chg="delSp modSp new mod">
        <pc:chgData name="風間 洋介" userId="a9b98ff0-f5fa-4bb4-8594-ce54d338978c" providerId="ADAL" clId="{54E13F58-F74D-4EDD-93E2-5D6766F3A879}" dt="2026-07-22T08:01:06.328" v="165" actId="478"/>
        <pc:sldMkLst>
          <pc:docMk/>
          <pc:sldMk cId="760836144" sldId="257"/>
        </pc:sldMkLst>
        <pc:spChg chg="mod">
          <ac:chgData name="風間 洋介" userId="a9b98ff0-f5fa-4bb4-8594-ce54d338978c" providerId="ADAL" clId="{54E13F58-F74D-4EDD-93E2-5D6766F3A879}" dt="2026-07-22T01:32:36.168" v="163" actId="122"/>
          <ac:spMkLst>
            <pc:docMk/>
            <pc:sldMk cId="760836144" sldId="257"/>
            <ac:spMk id="3" creationId="{946611E3-CFC8-E660-C859-C82073BE8A94}"/>
          </ac:spMkLst>
        </pc:spChg>
        <pc:spChg chg="del">
          <ac:chgData name="風間 洋介" userId="a9b98ff0-f5fa-4bb4-8594-ce54d338978c" providerId="ADAL" clId="{54E13F58-F74D-4EDD-93E2-5D6766F3A879}" dt="2026-07-22T08:01:05.124" v="164" actId="478"/>
          <ac:spMkLst>
            <pc:docMk/>
            <pc:sldMk cId="760836144" sldId="257"/>
            <ac:spMk id="10" creationId="{9EABB194-665B-5421-CE4D-9A5EAD0FE877}"/>
          </ac:spMkLst>
        </pc:spChg>
        <pc:spChg chg="del">
          <ac:chgData name="風間 洋介" userId="a9b98ff0-f5fa-4bb4-8594-ce54d338978c" providerId="ADAL" clId="{54E13F58-F74D-4EDD-93E2-5D6766F3A879}" dt="2026-07-22T08:01:06.328" v="165" actId="478"/>
          <ac:spMkLst>
            <pc:docMk/>
            <pc:sldMk cId="760836144" sldId="257"/>
            <ac:spMk id="12" creationId="{E59A1499-85AD-4F77-2197-EA1BEBB948FE}"/>
          </ac:spMkLst>
        </pc:spChg>
      </pc:sldChg>
      <pc:sldMasterChg chg="modSldLayout">
        <pc:chgData name="風間 洋介" userId="a9b98ff0-f5fa-4bb4-8594-ce54d338978c" providerId="ADAL" clId="{54E13F58-F74D-4EDD-93E2-5D6766F3A879}" dt="2026-07-22T08:01:25.883" v="169" actId="14100"/>
        <pc:sldMasterMkLst>
          <pc:docMk/>
          <pc:sldMasterMk cId="1777607084" sldId="2147483660"/>
        </pc:sldMasterMkLst>
        <pc:sldLayoutChg chg="addSp delSp modSp mod">
          <pc:chgData name="風間 洋介" userId="a9b98ff0-f5fa-4bb4-8594-ce54d338978c" providerId="ADAL" clId="{54E13F58-F74D-4EDD-93E2-5D6766F3A879}" dt="2026-07-22T08:01:25.883" v="169" actId="14100"/>
          <pc:sldLayoutMkLst>
            <pc:docMk/>
            <pc:sldMasterMk cId="1777607084" sldId="2147483660"/>
            <pc:sldLayoutMk cId="2280233213" sldId="2147483661"/>
          </pc:sldLayoutMkLst>
          <pc:spChg chg="del">
            <ac:chgData name="風間 洋介" userId="a9b98ff0-f5fa-4bb4-8594-ce54d338978c" providerId="ADAL" clId="{54E13F58-F74D-4EDD-93E2-5D6766F3A879}" dt="2026-07-22T01:27:34.624" v="14" actId="478"/>
            <ac:spMkLst>
              <pc:docMk/>
              <pc:sldMasterMk cId="1777607084" sldId="2147483660"/>
              <pc:sldLayoutMk cId="2280233213" sldId="2147483661"/>
              <ac:spMk id="2" creationId="{00000000-0000-0000-0000-000000000000}"/>
            </ac:spMkLst>
          </pc:spChg>
          <pc:spChg chg="mod">
            <ac:chgData name="風間 洋介" userId="a9b98ff0-f5fa-4bb4-8594-ce54d338978c" providerId="ADAL" clId="{54E13F58-F74D-4EDD-93E2-5D6766F3A879}" dt="2026-07-22T08:01:25.883" v="169" actId="14100"/>
            <ac:spMkLst>
              <pc:docMk/>
              <pc:sldMasterMk cId="1777607084" sldId="2147483660"/>
              <pc:sldLayoutMk cId="2280233213" sldId="2147483661"/>
              <ac:spMk id="2" creationId="{3F08CC13-265A-588E-5B80-D28CAA7A7FD6}"/>
            </ac:spMkLst>
          </pc:spChg>
          <pc:spChg chg="del">
            <ac:chgData name="風間 洋介" userId="a9b98ff0-f5fa-4bb4-8594-ce54d338978c" providerId="ADAL" clId="{54E13F58-F74D-4EDD-93E2-5D6766F3A879}" dt="2026-07-22T01:27:33.531" v="13" actId="478"/>
            <ac:spMkLst>
              <pc:docMk/>
              <pc:sldMasterMk cId="1777607084" sldId="2147483660"/>
              <pc:sldLayoutMk cId="2280233213" sldId="2147483661"/>
              <ac:spMk id="3" creationId="{00000000-0000-0000-0000-000000000000}"/>
            </ac:spMkLst>
          </pc:spChg>
          <pc:spChg chg="del">
            <ac:chgData name="風間 洋介" userId="a9b98ff0-f5fa-4bb4-8594-ce54d338978c" providerId="ADAL" clId="{54E13F58-F74D-4EDD-93E2-5D6766F3A879}" dt="2026-07-22T01:27:08.705" v="7" actId="478"/>
            <ac:spMkLst>
              <pc:docMk/>
              <pc:sldMasterMk cId="1777607084" sldId="2147483660"/>
              <pc:sldLayoutMk cId="2280233213" sldId="2147483661"/>
              <ac:spMk id="4" creationId="{00000000-0000-0000-0000-000000000000}"/>
            </ac:spMkLst>
          </pc:spChg>
          <pc:spChg chg="del">
            <ac:chgData name="風間 洋介" userId="a9b98ff0-f5fa-4bb4-8594-ce54d338978c" providerId="ADAL" clId="{54E13F58-F74D-4EDD-93E2-5D6766F3A879}" dt="2026-07-22T01:27:09.546" v="8" actId="478"/>
            <ac:spMkLst>
              <pc:docMk/>
              <pc:sldMasterMk cId="1777607084" sldId="2147483660"/>
              <pc:sldLayoutMk cId="2280233213" sldId="2147483661"/>
              <ac:spMk id="5" creationId="{00000000-0000-0000-0000-000000000000}"/>
            </ac:spMkLst>
          </pc:spChg>
          <pc:spChg chg="del">
            <ac:chgData name="風間 洋介" userId="a9b98ff0-f5fa-4bb4-8594-ce54d338978c" providerId="ADAL" clId="{54E13F58-F74D-4EDD-93E2-5D6766F3A879}" dt="2026-07-22T01:27:10.343" v="9" actId="478"/>
            <ac:spMkLst>
              <pc:docMk/>
              <pc:sldMasterMk cId="1777607084" sldId="2147483660"/>
              <pc:sldLayoutMk cId="2280233213" sldId="2147483661"/>
              <ac:spMk id="6" creationId="{00000000-0000-0000-0000-000000000000}"/>
            </ac:spMkLst>
          </pc:spChg>
          <pc:spChg chg="add del">
            <ac:chgData name="風間 洋介" userId="a9b98ff0-f5fa-4bb4-8594-ce54d338978c" providerId="ADAL" clId="{54E13F58-F74D-4EDD-93E2-5D6766F3A879}" dt="2026-07-22T01:26:53.370" v="2" actId="11529"/>
            <ac:spMkLst>
              <pc:docMk/>
              <pc:sldMasterMk cId="1777607084" sldId="2147483660"/>
              <pc:sldLayoutMk cId="2280233213" sldId="2147483661"/>
              <ac:spMk id="7" creationId="{706338ED-ACA8-0DC4-8B15-3D23AD1F4D86}"/>
            </ac:spMkLst>
          </pc:spChg>
          <pc:spChg chg="add del mod">
            <ac:chgData name="風間 洋介" userId="a9b98ff0-f5fa-4bb4-8594-ce54d338978c" providerId="ADAL" clId="{54E13F58-F74D-4EDD-93E2-5D6766F3A879}" dt="2026-07-22T01:27:31.364" v="12" actId="478"/>
            <ac:spMkLst>
              <pc:docMk/>
              <pc:sldMasterMk cId="1777607084" sldId="2147483660"/>
              <pc:sldLayoutMk cId="2280233213" sldId="2147483661"/>
              <ac:spMk id="8" creationId="{2DD730AF-6B48-211E-AA1A-B17CDE443E8F}"/>
            </ac:spMkLst>
          </pc:spChg>
          <pc:spChg chg="add del">
            <ac:chgData name="風間 洋介" userId="a9b98ff0-f5fa-4bb4-8594-ce54d338978c" providerId="ADAL" clId="{54E13F58-F74D-4EDD-93E2-5D6766F3A879}" dt="2026-07-22T01:27:47.117" v="18" actId="11529"/>
            <ac:spMkLst>
              <pc:docMk/>
              <pc:sldMasterMk cId="1777607084" sldId="2147483660"/>
              <pc:sldLayoutMk cId="2280233213" sldId="2147483661"/>
              <ac:spMk id="11" creationId="{B822FA36-EBC2-86E7-54A9-A4F994FF29A3}"/>
            </ac:spMkLst>
          </pc:spChg>
          <pc:spChg chg="add mod">
            <ac:chgData name="風間 洋介" userId="a9b98ff0-f5fa-4bb4-8594-ce54d338978c" providerId="ADAL" clId="{54E13F58-F74D-4EDD-93E2-5D6766F3A879}" dt="2026-07-22T01:27:42.125" v="15" actId="11529"/>
            <ac:spMkLst>
              <pc:docMk/>
              <pc:sldMasterMk cId="1777607084" sldId="2147483660"/>
              <pc:sldLayoutMk cId="2280233213" sldId="2147483661"/>
              <ac:spMk id="12" creationId="{4C3BB878-7C49-91FA-784E-5E2440CC9E07}"/>
            </ac:spMkLst>
          </pc:spChg>
          <pc:spChg chg="add del">
            <ac:chgData name="風間 洋介" userId="a9b98ff0-f5fa-4bb4-8594-ce54d338978c" providerId="ADAL" clId="{54E13F58-F74D-4EDD-93E2-5D6766F3A879}" dt="2026-07-22T01:27:51.119" v="19" actId="11529"/>
            <ac:spMkLst>
              <pc:docMk/>
              <pc:sldMasterMk cId="1777607084" sldId="2147483660"/>
              <pc:sldLayoutMk cId="2280233213" sldId="2147483661"/>
              <ac:spMk id="13" creationId="{A0CD7E09-A2FB-84BF-D587-F5CA681ECD9C}"/>
            </ac:spMkLst>
          </pc:spChg>
          <pc:spChg chg="add mod">
            <ac:chgData name="風間 洋介" userId="a9b98ff0-f5fa-4bb4-8594-ce54d338978c" providerId="ADAL" clId="{54E13F58-F74D-4EDD-93E2-5D6766F3A879}" dt="2026-07-22T01:28:02.014" v="23" actId="1076"/>
            <ac:spMkLst>
              <pc:docMk/>
              <pc:sldMasterMk cId="1777607084" sldId="2147483660"/>
              <pc:sldLayoutMk cId="2280233213" sldId="2147483661"/>
              <ac:spMk id="14" creationId="{186E2BDE-6EE8-948E-89E8-8BE35E276167}"/>
            </ac:spMkLst>
          </pc:spChg>
          <pc:spChg chg="add del">
            <ac:chgData name="風間 洋介" userId="a9b98ff0-f5fa-4bb4-8594-ce54d338978c" providerId="ADAL" clId="{54E13F58-F74D-4EDD-93E2-5D6766F3A879}" dt="2026-07-22T01:28:10.823" v="24" actId="11529"/>
            <ac:spMkLst>
              <pc:docMk/>
              <pc:sldMasterMk cId="1777607084" sldId="2147483660"/>
              <pc:sldLayoutMk cId="2280233213" sldId="2147483661"/>
              <ac:spMk id="15" creationId="{75A1066E-58C1-AFCF-FB6D-F5A6A33379EA}"/>
            </ac:spMkLst>
          </pc:spChg>
          <pc:spChg chg="add del mod">
            <ac:chgData name="風間 洋介" userId="a9b98ff0-f5fa-4bb4-8594-ce54d338978c" providerId="ADAL" clId="{54E13F58-F74D-4EDD-93E2-5D6766F3A879}" dt="2026-07-22T01:30:37.763" v="123" actId="478"/>
            <ac:spMkLst>
              <pc:docMk/>
              <pc:sldMasterMk cId="1777607084" sldId="2147483660"/>
              <pc:sldLayoutMk cId="2280233213" sldId="2147483661"/>
              <ac:spMk id="16" creationId="{9C80CAD4-4F1E-32C9-14B1-637A583AC848}"/>
            </ac:spMkLst>
          </pc:spChg>
          <pc:spChg chg="add del">
            <ac:chgData name="風間 洋介" userId="a9b98ff0-f5fa-4bb4-8594-ce54d338978c" providerId="ADAL" clId="{54E13F58-F74D-4EDD-93E2-5D6766F3A879}" dt="2026-07-22T01:29:07.097" v="87" actId="11529"/>
            <ac:spMkLst>
              <pc:docMk/>
              <pc:sldMasterMk cId="1777607084" sldId="2147483660"/>
              <pc:sldLayoutMk cId="2280233213" sldId="2147483661"/>
              <ac:spMk id="17" creationId="{C5AD1AB2-3336-90D1-972C-57B9A88C740C}"/>
            </ac:spMkLst>
          </pc:spChg>
          <pc:spChg chg="add mod">
            <ac:chgData name="風間 洋介" userId="a9b98ff0-f5fa-4bb4-8594-ce54d338978c" providerId="ADAL" clId="{54E13F58-F74D-4EDD-93E2-5D6766F3A879}" dt="2026-07-22T01:29:03.313" v="86" actId="11529"/>
            <ac:spMkLst>
              <pc:docMk/>
              <pc:sldMasterMk cId="1777607084" sldId="2147483660"/>
              <pc:sldLayoutMk cId="2280233213" sldId="2147483661"/>
              <ac:spMk id="18" creationId="{684962AC-A435-FFAF-8D0B-3D8B194076EC}"/>
            </ac:spMkLst>
          </pc:spChg>
          <pc:spChg chg="add del">
            <ac:chgData name="風間 洋介" userId="a9b98ff0-f5fa-4bb4-8594-ce54d338978c" providerId="ADAL" clId="{54E13F58-F74D-4EDD-93E2-5D6766F3A879}" dt="2026-07-22T01:30:24.062" v="113" actId="11529"/>
            <ac:spMkLst>
              <pc:docMk/>
              <pc:sldMasterMk cId="1777607084" sldId="2147483660"/>
              <pc:sldLayoutMk cId="2280233213" sldId="2147483661"/>
              <ac:spMk id="19" creationId="{428B5D95-FFC1-D0C2-6E23-2FDB100F2792}"/>
            </ac:spMkLst>
          </pc:spChg>
          <pc:spChg chg="add mod">
            <ac:chgData name="風間 洋介" userId="a9b98ff0-f5fa-4bb4-8594-ce54d338978c" providerId="ADAL" clId="{54E13F58-F74D-4EDD-93E2-5D6766F3A879}" dt="2026-07-22T01:31:26.737" v="155" actId="1076"/>
            <ac:spMkLst>
              <pc:docMk/>
              <pc:sldMasterMk cId="1777607084" sldId="2147483660"/>
              <pc:sldLayoutMk cId="2280233213" sldId="2147483661"/>
              <ac:spMk id="20" creationId="{7934BCD4-90B4-F0D3-A5A5-3F1955F72545}"/>
            </ac:spMkLst>
          </pc:spChg>
          <pc:spChg chg="add del mod">
            <ac:chgData name="風間 洋介" userId="a9b98ff0-f5fa-4bb4-8594-ce54d338978c" providerId="ADAL" clId="{54E13F58-F74D-4EDD-93E2-5D6766F3A879}" dt="2026-07-22T01:31:50.209" v="158" actId="478"/>
            <ac:spMkLst>
              <pc:docMk/>
              <pc:sldMasterMk cId="1777607084" sldId="2147483660"/>
              <pc:sldLayoutMk cId="2280233213" sldId="2147483661"/>
              <ac:spMk id="21" creationId="{D31CEDD4-0A9D-3B0C-095D-B7DC0E4B0388}"/>
            </ac:spMkLst>
          </pc:spChg>
          <pc:picChg chg="del">
            <ac:chgData name="風間 洋介" userId="a9b98ff0-f5fa-4bb4-8594-ce54d338978c" providerId="ADAL" clId="{54E13F58-F74D-4EDD-93E2-5D6766F3A879}" dt="2026-07-22T08:01:19.210" v="168" actId="478"/>
            <ac:picMkLst>
              <pc:docMk/>
              <pc:sldMasterMk cId="1777607084" sldId="2147483660"/>
              <pc:sldLayoutMk cId="2280233213" sldId="2147483661"/>
              <ac:picMk id="5" creationId="{999FCD6D-BE16-4E70-7B78-F281D710DA1C}"/>
            </ac:picMkLst>
          </pc:picChg>
          <pc:picChg chg="del">
            <ac:chgData name="風間 洋介" userId="a9b98ff0-f5fa-4bb4-8594-ce54d338978c" providerId="ADAL" clId="{54E13F58-F74D-4EDD-93E2-5D6766F3A879}" dt="2026-07-22T08:01:16.973" v="167" actId="478"/>
            <ac:picMkLst>
              <pc:docMk/>
              <pc:sldMasterMk cId="1777607084" sldId="2147483660"/>
              <pc:sldLayoutMk cId="2280233213" sldId="2147483661"/>
              <ac:picMk id="8" creationId="{34197E88-8F85-60BC-8189-4A6B88BC10C9}"/>
            </ac:picMkLst>
          </pc:picChg>
          <pc:picChg chg="add del mod ord">
            <ac:chgData name="風間 洋介" userId="a9b98ff0-f5fa-4bb4-8594-ce54d338978c" providerId="ADAL" clId="{54E13F58-F74D-4EDD-93E2-5D6766F3A879}" dt="2026-07-22T08:01:12.286" v="166" actId="478"/>
            <ac:picMkLst>
              <pc:docMk/>
              <pc:sldMasterMk cId="1777607084" sldId="2147483660"/>
              <pc:sldLayoutMk cId="2280233213" sldId="2147483661"/>
              <ac:picMk id="10" creationId="{C18E93B2-4194-9185-7C20-419F6670F598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オンライン画像のプレースホルダー 13">
            <a:extLst>
              <a:ext uri="{FF2B5EF4-FFF2-40B4-BE49-F238E27FC236}">
                <a16:creationId xmlns:a16="http://schemas.microsoft.com/office/drawing/2014/main" id="{186E2BDE-6EE8-948E-89E8-8BE35E276167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4873840" y="1564588"/>
            <a:ext cx="4154750" cy="3728823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7934BCD4-90B4-F0D3-A5A5-3F1955F72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1748" y="1899745"/>
            <a:ext cx="4456681" cy="400050"/>
          </a:xfrm>
        </p:spPr>
        <p:txBody>
          <a:bodyPr anchor="ctr">
            <a:noAutofit/>
          </a:bodyPr>
          <a:lstStyle>
            <a:lvl1pPr algn="l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エリア名</a:t>
            </a:r>
          </a:p>
        </p:txBody>
      </p:sp>
      <p:sp>
        <p:nvSpPr>
          <p:cNvPr id="2" name="テキスト プレースホルダー 19">
            <a:extLst>
              <a:ext uri="{FF2B5EF4-FFF2-40B4-BE49-F238E27FC236}">
                <a16:creationId xmlns:a16="http://schemas.microsoft.com/office/drawing/2014/main" id="{3F08CC13-265A-588E-5B80-D28CAA7A7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69387" y="5543822"/>
            <a:ext cx="2987169" cy="400050"/>
          </a:xfrm>
        </p:spPr>
        <p:txBody>
          <a:bodyPr anchor="ctr">
            <a:noAutofit/>
          </a:bodyPr>
          <a:lstStyle>
            <a:lvl1pPr algn="l">
              <a:buNone/>
              <a:defRPr sz="700" b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en-US" altLang="ja-JP" dirty="0"/>
              <a:t>※</a:t>
            </a:r>
            <a:r>
              <a:rPr kumimoji="1" lang="ja-JP" altLang="en-US" dirty="0"/>
              <a:t>地図、店舗状況は</a:t>
            </a:r>
            <a:r>
              <a:rPr kumimoji="1" lang="en-US" altLang="ja-JP" dirty="0"/>
              <a:t>{year}</a:t>
            </a:r>
            <a:r>
              <a:rPr kumimoji="1" lang="ja-JP" altLang="en-US" dirty="0"/>
              <a:t>年</a:t>
            </a:r>
            <a:r>
              <a:rPr kumimoji="1" lang="en-US" altLang="ja-JP" dirty="0"/>
              <a:t>{month}</a:t>
            </a:r>
            <a:r>
              <a:rPr kumimoji="1" lang="ja-JP" altLang="en-US" dirty="0"/>
              <a:t>月</a:t>
            </a:r>
            <a:r>
              <a:rPr kumimoji="1" lang="en-US" altLang="ja-JP" dirty="0"/>
              <a:t>{day}</a:t>
            </a:r>
            <a:r>
              <a:rPr kumimoji="1" lang="ja-JP" altLang="en-US" dirty="0"/>
              <a:t>時点</a:t>
            </a:r>
          </a:p>
        </p:txBody>
      </p:sp>
      <p:sp>
        <p:nvSpPr>
          <p:cNvPr id="6" name="テキスト プレースホルダー 19">
            <a:extLst>
              <a:ext uri="{FF2B5EF4-FFF2-40B4-BE49-F238E27FC236}">
                <a16:creationId xmlns:a16="http://schemas.microsoft.com/office/drawing/2014/main" id="{66FB71AB-5D47-1DC4-2E1D-FC1E9F4F4B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4780" y="5690583"/>
            <a:ext cx="2991776" cy="400050"/>
          </a:xfrm>
        </p:spPr>
        <p:txBody>
          <a:bodyPr anchor="ctr">
            <a:noAutofit/>
          </a:bodyPr>
          <a:lstStyle>
            <a:lvl1pPr algn="l">
              <a:buNone/>
              <a:defRPr sz="700" b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en-US" altLang="ja-JP" dirty="0"/>
              <a:t>※</a:t>
            </a:r>
            <a:r>
              <a:rPr kumimoji="1" lang="ja-JP" altLang="en-US" dirty="0"/>
              <a:t>地図中の園は</a:t>
            </a:r>
            <a:r>
              <a:rPr kumimoji="1" lang="en-US" altLang="ja-JP" dirty="0"/>
              <a:t>{year}</a:t>
            </a:r>
            <a:r>
              <a:rPr kumimoji="1" lang="ja-JP" altLang="en-US" dirty="0"/>
              <a:t>年に啓発活動を実施いただいた園となります</a:t>
            </a:r>
          </a:p>
        </p:txBody>
      </p:sp>
    </p:spTree>
    <p:extLst>
      <p:ext uri="{BB962C8B-B14F-4D97-AF65-F5344CB8AC3E}">
        <p14:creationId xmlns:p14="http://schemas.microsoft.com/office/powerpoint/2010/main" val="2280233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D71A4-BCAF-4511-B7EB-F66E28E8C5C2}" type="datetimeFigureOut">
              <a:rPr kumimoji="1" lang="ja-JP" altLang="en-US" smtClean="0"/>
              <a:t>2026/7/22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3D0D4-846A-4AA2-834F-7A466C6589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760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オンライン画像のプレースホルダー 3">
            <a:extLst>
              <a:ext uri="{FF2B5EF4-FFF2-40B4-BE49-F238E27FC236}">
                <a16:creationId xmlns:a16="http://schemas.microsoft.com/office/drawing/2014/main" id="{02DF8B8E-C8A9-84E9-4868-884B9CB6FFEA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9C27467-A56A-054B-D8E4-828C6DC569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7A7CDB9-0D82-C962-6A58-2C92D94FFD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3313E55C-74D6-12F6-935C-B0FEF779F0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0F3A56A-653E-2CBA-82CD-1348EBE10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0" y="2312655"/>
            <a:ext cx="4269879" cy="36513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786C68E-2B60-769E-C477-504DCB6F1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0" y="2696838"/>
            <a:ext cx="4269879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36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602190-a827-4772-8b2c-2ba3f8508817" xsi:nil="true"/>
    <lcf76f155ced4ddcb4097134ff3c332f xmlns="ba3149e9-e93e-4707-a366-ccbc911044b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7D5B86B18E0F04292473465565BF4DF" ma:contentTypeVersion="16" ma:contentTypeDescription="新しいドキュメントを作成します。" ma:contentTypeScope="" ma:versionID="b3f0fd06851a58e90851c800d9ce1f39">
  <xsd:schema xmlns:xsd="http://www.w3.org/2001/XMLSchema" xmlns:xs="http://www.w3.org/2001/XMLSchema" xmlns:p="http://schemas.microsoft.com/office/2006/metadata/properties" xmlns:ns2="ba3149e9-e93e-4707-a366-ccbc911044b2" xmlns:ns3="f6602190-a827-4772-8b2c-2ba3f8508817" targetNamespace="http://schemas.microsoft.com/office/2006/metadata/properties" ma:root="true" ma:fieldsID="34c7f120722b8c1a0d210e2aa78d1aa8" ns2:_="" ns3:_="">
    <xsd:import namespace="ba3149e9-e93e-4707-a366-ccbc911044b2"/>
    <xsd:import namespace="f6602190-a827-4772-8b2c-2ba3f8508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3149e9-e93e-4707-a366-ccbc911044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caaa23c5-14aa-4f5d-aafd-ceaf5728a5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02190-a827-4772-8b2c-2ba3f850881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56f964-1253-416f-acf8-4a9e832a7fa2}" ma:internalName="TaxCatchAll" ma:showField="CatchAllData" ma:web="f6602190-a827-4772-8b2c-2ba3f8508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9A755E-1D95-45E9-89E4-C3EFF23EB6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0ECD7D-3319-4687-9990-7B2F1CE63D60}">
  <ds:schemaRefs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ba3149e9-e93e-4707-a366-ccbc911044b2"/>
    <ds:schemaRef ds:uri="http://purl.org/dc/elements/1.1/"/>
    <ds:schemaRef ds:uri="http://schemas.microsoft.com/office/2006/metadata/properties"/>
    <ds:schemaRef ds:uri="f6602190-a827-4772-8b2c-2ba3f8508817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C545F0A-0BAF-435B-AB56-C11CA3CC86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3149e9-e93e-4707-a366-ccbc911044b2"/>
    <ds:schemaRef ds:uri="f6602190-a827-4772-8b2c-2ba3f85088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0</Words>
  <Application>Microsoft Office PowerPoint</Application>
  <PresentationFormat>画面に合わせる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富田　航太</dc:creator>
  <cp:lastModifiedBy>風間 洋介</cp:lastModifiedBy>
  <cp:revision>6</cp:revision>
  <dcterms:created xsi:type="dcterms:W3CDTF">2026-07-17T03:05:38Z</dcterms:created>
  <dcterms:modified xsi:type="dcterms:W3CDTF">2026-07-22T08:01:26Z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0x010100A7D5B86B18E0F04292473465565BF4DF</vt:lpwstr>
  </property>
  <property fmtid="{D5CDD505-2E9C-101B-9397-08002B2CF9AE}" pid="3" name="MediaServiceImageTags">
    <vt:lpwstr/>
  </property>
</Properties>
</file>